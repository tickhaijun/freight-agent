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3"/>
    <p:sldMasterId id="2147483675" r:id="rId4"/>
    <p:sldMasterId id="2147483688" r:id="rId5"/>
    <p:sldMasterId id="2147483702" r:id="rId6"/>
    <p:sldMasterId id="2147483716" r:id="rId7"/>
    <p:sldMasterId id="2147483729" r:id="rId8"/>
    <p:sldMasterId id="2147483746" r:id="rId9"/>
    <p:sldMasterId id="2147483760" r:id="rId10"/>
    <p:sldMasterId id="2147483774" r:id="rId11"/>
    <p:sldMasterId id="2147483788" r:id="rId12"/>
    <p:sldMasterId id="2147483801" r:id="rId13"/>
    <p:sldMasterId id="2147483815" r:id="rId14"/>
    <p:sldMasterId id="2147483829" r:id="rId15"/>
    <p:sldMasterId id="2147483843" r:id="rId16"/>
    <p:sldMasterId id="2147483857" r:id="rId17"/>
    <p:sldMasterId id="2147483870" r:id="rId18"/>
    <p:sldMasterId id="2147483883" r:id="rId19"/>
    <p:sldMasterId id="2147483900" r:id="rId20"/>
    <p:sldMasterId id="2147483913" r:id="rId21"/>
    <p:sldMasterId id="2147483926" r:id="rId22"/>
    <p:sldMasterId id="2147483939" r:id="rId23"/>
    <p:sldMasterId id="2147483953" r:id="rId24"/>
    <p:sldMasterId id="2147483967" r:id="rId25"/>
    <p:sldMasterId id="2147483981" r:id="rId26"/>
    <p:sldMasterId id="2147483994" r:id="rId27"/>
    <p:sldMasterId id="2147484007" r:id="rId28"/>
    <p:sldMasterId id="2147484020" r:id="rId29"/>
    <p:sldMasterId id="2147484034" r:id="rId30"/>
    <p:sldMasterId id="2147484048" r:id="rId31"/>
    <p:sldMasterId id="2147484062" r:id="rId32"/>
    <p:sldMasterId id="2147484075" r:id="rId33"/>
    <p:sldMasterId id="2147484088" r:id="rId34"/>
    <p:sldMasterId id="2147484105" r:id="rId35"/>
    <p:sldMasterId id="2147484118" r:id="rId36"/>
  </p:sldMasterIdLst>
  <p:notesMasterIdLst>
    <p:notesMasterId r:id="rId38"/>
  </p:notesMasterIdLst>
  <p:handoutMasterIdLst>
    <p:handoutMasterId r:id="rId46"/>
  </p:handoutMasterIdLst>
  <p:sldIdLst>
    <p:sldId id="258" r:id="rId37"/>
    <p:sldId id="2018" r:id="rId39"/>
    <p:sldId id="1993" r:id="rId40"/>
    <p:sldId id="2017" r:id="rId41"/>
    <p:sldId id="2019" r:id="rId42"/>
    <p:sldId id="2021" r:id="rId43"/>
    <p:sldId id="2024" r:id="rId44"/>
    <p:sldId id="2025" r:id="rId45"/>
  </p:sldIdLst>
  <p:sldSz cx="9144000" cy="5143500" type="screen16x9"/>
  <p:notesSz cx="6797675" cy="992632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9" userDrawn="1">
          <p15:clr>
            <a:srgbClr val="A4A3A4"/>
          </p15:clr>
        </p15:guide>
        <p15:guide id="2" pos="2873" userDrawn="1">
          <p15:clr>
            <a:srgbClr val="A4A3A4"/>
          </p15:clr>
        </p15:guide>
        <p15:guide id="3" orient="horz" pos="17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E7F3F4"/>
    <a:srgbClr val="CCECFF"/>
    <a:srgbClr val="E5E5F7"/>
    <a:srgbClr val="99CC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3542" autoAdjust="0"/>
  </p:normalViewPr>
  <p:slideViewPr>
    <p:cSldViewPr showGuides="1">
      <p:cViewPr>
        <p:scale>
          <a:sx n="150" d="100"/>
          <a:sy n="150" d="100"/>
        </p:scale>
        <p:origin x="108" y="-198"/>
      </p:cViewPr>
      <p:guideLst>
        <p:guide orient="horz" pos="1839"/>
        <p:guide pos="2873"/>
        <p:guide orient="horz" pos="17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4074" y="-102"/>
      </p:cViewPr>
      <p:guideLst>
        <p:guide orient="horz" pos="3550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0" Type="http://schemas.openxmlformats.org/officeDocument/2006/relationships/tags" Target="tags/tag7.xml"/><Relationship Id="rId5" Type="http://schemas.openxmlformats.org/officeDocument/2006/relationships/slideMaster" Target="slideMasters/slideMaster4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8.xml"/><Relationship Id="rId44" Type="http://schemas.openxmlformats.org/officeDocument/2006/relationships/slide" Target="slides/slide7.xml"/><Relationship Id="rId43" Type="http://schemas.openxmlformats.org/officeDocument/2006/relationships/slide" Target="slides/slide6.xml"/><Relationship Id="rId42" Type="http://schemas.openxmlformats.org/officeDocument/2006/relationships/slide" Target="slides/slide5.xml"/><Relationship Id="rId41" Type="http://schemas.openxmlformats.org/officeDocument/2006/relationships/slide" Target="slides/slide4.xml"/><Relationship Id="rId40" Type="http://schemas.openxmlformats.org/officeDocument/2006/relationships/slide" Target="slides/slide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1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51" cy="4960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731" y="1"/>
            <a:ext cx="2946351" cy="4960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57DC1-E510-4A1B-84C5-B35FDAF151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3" y="9428959"/>
            <a:ext cx="2946351" cy="4960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731" y="9428959"/>
            <a:ext cx="2946351" cy="4960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F848E-8FB1-46A4-B112-7C1E99F075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6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2F662-181C-4667-9C72-FFC429E90F0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z="2000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z="2000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sz="2000" dirty="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2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4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8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9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0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3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D6E5D-9F3E-421D-ACFC-CAC2D0A80CCC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996F-A8C2-4073-999D-C04A1E76A09B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95D72-DC61-46F9-8861-4D81F29AB4EE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44153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44153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31846E-01FC-4BE6-A147-CD01659CEED7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D05D8-0FB6-4D4D-86D0-029844AC307F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37CBC-06DB-49A9-BC72-ED0D44E5D09B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BFD1E-0F2A-4524-8836-020F58FA211A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4A5C9-6389-41DA-9F61-FF9BD29C2455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22DB7-E575-41C3-B3AF-64B2DB73F335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A5C26-893D-4C14-B5BD-FB64C14BBE16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41685"/>
            <a:ext cx="2057400" cy="409694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1685"/>
            <a:ext cx="6019800" cy="409694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0ECF-00B5-49C1-84B7-6A9339F2BD2D}" type="slidenum">
              <a:rPr lang="zh-CN" altLang="en-US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2950371"/>
            <a:ext cx="9144000" cy="40481"/>
          </a:xfrm>
          <a:prstGeom prst="rect">
            <a:avLst/>
          </a:prstGeom>
          <a:solidFill>
            <a:srgbClr val="FC0019"/>
          </a:solidFill>
          <a:ln w="9525">
            <a:noFill/>
            <a:miter lim="800000"/>
          </a:ln>
          <a:effectLst/>
        </p:spPr>
        <p:txBody>
          <a:bodyPr wrap="none" lIns="107287" tIns="53643" rIns="107287" bIns="53643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01978" y="809626"/>
            <a:ext cx="2982913" cy="160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1331914" y="3088481"/>
            <a:ext cx="6481762" cy="8870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7287" tIns="53643" rIns="107287" bIns="53643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dirty="0">
                <a:solidFill>
                  <a:srgbClr val="000000"/>
                </a:solidFill>
              </a:rPr>
              <a:t>材料标题</a:t>
            </a:r>
            <a:endParaRPr lang="zh-CN" altLang="en-US" sz="4000" dirty="0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2130427" y="4030267"/>
            <a:ext cx="5033963" cy="414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07287" tIns="53643" rIns="107287" bIns="53643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sz="2300" dirty="0">
                <a:solidFill>
                  <a:srgbClr val="000000"/>
                </a:solidFill>
              </a:rPr>
              <a:t>二〇一〇年十月</a:t>
            </a:r>
            <a:endParaRPr lang="zh-CN" altLang="en-US" sz="23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78080-A231-4A75-BF58-0DD96957EB5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FB48-F4F0-4A9D-8F6C-490BB5ED426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6EF4D-45E1-4142-A48C-4B114586F8CD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908F-9306-482D-8339-52BD7E79C11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DEFC-BC14-4D56-AD7A-F75CF38F519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D2A28-CFE5-4FFC-9DAC-2EB7E60550D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190E-9DC1-414D-B581-6FCA61B5B6E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B09E9-190F-4327-B9A5-FFF8C8C5F85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14C6-B618-4F60-8368-128D51D9809C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5DAFE-8255-422E-8657-C1E1489D69D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5ECE-55A6-4FBD-89BB-724C148B7F02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78634-DC3D-4742-B222-3D18887B95D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DE14-B925-405C-8A0A-2E8400590F0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2303860"/>
            <a:ext cx="2597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06747" y="1500180"/>
            <a:ext cx="6313846" cy="803079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6747" y="2786064"/>
            <a:ext cx="6313846" cy="1178727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79A51-EF33-4581-BF04-862F68D4A6E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116DD-6A41-4FE4-8411-5FA8F149BE3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C212C-3455-44F0-97DC-B558F3BD1BA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685800" y="1447201"/>
            <a:ext cx="7875692" cy="482206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B83CE-74A5-44D2-9474-879229506DD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E849A-FF7A-424B-B686-7CE16A5E011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FDED2-0EF4-42CB-B9A0-D1AD9069E23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9B88E-CBB8-42D3-A1B6-908A348322D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E34D0-2396-4CAE-93E7-A041760D94D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B40E50-AF74-4C4F-A23E-EC1C74C2627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CC1CC-B25F-4A4B-9519-51CED76F6828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536F9-377A-4E9F-8569-5E471CBC2613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EDB15F-7DAE-4D03-9493-C71B252AD7C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1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3627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74305-5EC5-4636-BEFD-09703996E97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A5A5CE-084B-4E96-A6C4-E24518DB822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2A5C7-D249-417C-971E-C9F856822777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80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A9B4D-7526-4073-B79E-E7AC497282A8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78080-A231-4A75-BF58-0DD96957EB5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FB48-F4F0-4A9D-8F6C-490BB5ED426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6EF4D-45E1-4142-A48C-4B114586F8CD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908F-9306-482D-8339-52BD7E79C11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DEFC-BC14-4D56-AD7A-F75CF38F519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D2A28-CFE5-4FFC-9DAC-2EB7E60550D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190E-9DC1-414D-B581-6FCA61B5B6E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B09E9-190F-4327-B9A5-FFF8C8C5F85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14C6-B618-4F60-8368-128D51D9809C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5DAFE-8255-422E-8657-C1E1489D69D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5ECE-55A6-4FBD-89BB-724C148B7F02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78634-DC3D-4742-B222-3D18887B95D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DE14-B925-405C-8A0A-2E8400590F0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2303860"/>
            <a:ext cx="2597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06747" y="1500180"/>
            <a:ext cx="6313846" cy="803079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6747" y="2786064"/>
            <a:ext cx="6313846" cy="1178727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0A7C1-B739-476C-809B-0812E7863CB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9223C-6421-4E03-B566-DF3725C74498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43484-6D39-4F00-BA00-F7D11FC68C97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685800" y="1447201"/>
            <a:ext cx="7875692" cy="482206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0A0A-0C02-4E24-99D3-D18DB0079AFA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5CF6D-6FBE-4920-A6FD-BA91BE5F48DD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07B01-27EF-47CC-8FDB-B9B99B7A5D61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6A191-6658-4D97-8A03-D25E1491490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F3375-3899-4141-BE30-684A38DC025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01DF2-F02B-40FD-8D49-3C40BC29B15D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491A2-EEB1-4D2F-B895-AE7FE49F1439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52814-5669-4951-B910-1BD39B317D50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1FB9E-5079-40C7-9870-89EA74898024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1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3627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DBEE0-E6E0-4007-907E-7FD53C8F8CC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234CD-B706-4EA6-BA68-01432740FBB8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AF2D6-5604-4CAB-9D96-B0B8DCB039CD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80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4027C-134E-4756-8B63-C346C877327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78080-A231-4A75-BF58-0DD96957EB5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FB48-F4F0-4A9D-8F6C-490BB5ED426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6EF4D-45E1-4142-A48C-4B114586F8CD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908F-9306-482D-8339-52BD7E79C11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DEFC-BC14-4D56-AD7A-F75CF38F519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D2A28-CFE5-4FFC-9DAC-2EB7E60550D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190E-9DC1-414D-B581-6FCA61B5B6E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B09E9-190F-4327-B9A5-FFF8C8C5F85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14C6-B618-4F60-8368-128D51D9809C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5DAFE-8255-422E-8657-C1E1489D69D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5ECE-55A6-4FBD-89BB-724C148B7F02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78634-DC3D-4742-B222-3D18887B95D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DE14-B925-405C-8A0A-2E8400590F0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78080-A231-4A75-BF58-0DD96957EB5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FB48-F4F0-4A9D-8F6C-490BB5ED426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6EF4D-45E1-4142-A48C-4B114586F8CD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908F-9306-482D-8339-52BD7E79C11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DEFC-BC14-4D56-AD7A-F75CF38F519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D2A28-CFE5-4FFC-9DAC-2EB7E60550D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190E-9DC1-414D-B581-6FCA61B5B6E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B09E9-190F-4327-B9A5-FFF8C8C5F85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14C6-B618-4F60-8368-128D51D9809C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5DAFE-8255-422E-8657-C1E1489D69D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5ECE-55A6-4FBD-89BB-724C148B7F02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78634-DC3D-4742-B222-3D18887B95D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DE14-B925-405C-8A0A-2E8400590F0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78080-A231-4A75-BF58-0DD96957EB5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FB48-F4F0-4A9D-8F6C-490BB5ED426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6EF4D-45E1-4142-A48C-4B114586F8CD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908F-9306-482D-8339-52BD7E79C119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4DEFC-BC14-4D56-AD7A-F75CF38F519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D2A28-CFE5-4FFC-9DAC-2EB7E60550D3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9190E-9DC1-414D-B581-6FCA61B5B6EA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AB09E9-190F-4327-B9A5-FFF8C8C5F85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14C6-B618-4F60-8368-128D51D9809C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5DAFE-8255-422E-8657-C1E1489D69D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E5ECE-55A6-4FBD-89BB-724C148B7F02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78634-DC3D-4742-B222-3D18887B95D5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DE14-B925-405C-8A0A-2E8400590F0E}" type="slidenum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113" y="2303860"/>
            <a:ext cx="2597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06747" y="1500180"/>
            <a:ext cx="6313846" cy="803079"/>
          </a:xfrm>
        </p:spPr>
        <p:txBody>
          <a:bodyPr anchor="ctr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6747" y="2786064"/>
            <a:ext cx="6313846" cy="1178727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82119-4035-4AB4-855B-B6641BA9D550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FD69EC-C243-4230-A699-086A81A9A640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A36C4-AFBF-4B19-A6E4-65851940AE4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685800" y="1447201"/>
            <a:ext cx="7875692" cy="482206"/>
          </a:xfrm>
        </p:spPr>
        <p:txBody>
          <a:bodyPr>
            <a:normAutofit/>
          </a:bodyPr>
          <a:lstStyle>
            <a:lvl1pPr algn="l">
              <a:defRPr sz="1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29BCD3-A6C1-41DC-8373-D5E1E8950F3F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B68F6-1A8E-4DA8-8BB2-DFB8F884822A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04C585-E61C-47E1-AD6D-A9D1F6AB2AE3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6C40-21F8-4C98-B495-317CCBBD38CC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有标题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C1CA8-EBEB-4A7A-BAF0-50560D98DF3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常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6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7875692" cy="3375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EDB82-4AC6-48BB-9471-63245E3566C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-加抬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9" name="内容占位符 24"/>
          <p:cNvSpPr>
            <a:spLocks noGrp="1"/>
          </p:cNvSpPr>
          <p:nvPr>
            <p:ph sz="quarter" idx="12"/>
          </p:nvPr>
        </p:nvSpPr>
        <p:spPr>
          <a:xfrm>
            <a:off x="684554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2" name="内容占位符 24"/>
          <p:cNvSpPr>
            <a:spLocks noGrp="1"/>
          </p:cNvSpPr>
          <p:nvPr>
            <p:ph sz="quarter" idx="21"/>
          </p:nvPr>
        </p:nvSpPr>
        <p:spPr>
          <a:xfrm>
            <a:off x="4637943" y="1447200"/>
            <a:ext cx="3956566" cy="31611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1262769" y="189000"/>
            <a:ext cx="3231174" cy="27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1pPr>
            <a:lvl2pPr marL="0" indent="0">
              <a:lnSpc>
                <a:spcPct val="90000"/>
              </a:lnSpc>
              <a:spcAft>
                <a:spcPts val="0"/>
              </a:spcAft>
              <a:buNone/>
              <a:defRPr sz="1400" b="0"/>
            </a:lvl2pPr>
            <a:lvl3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3pPr>
            <a:lvl4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4pPr>
            <a:lvl5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1400" b="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61266-D527-470D-A05B-6327944FC441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286F7-EBC7-4FC2-9A2B-75B3E738BF17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7BD31B-6E7A-4041-93EA-D2E1A00BB0AD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1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93627" y="1446610"/>
            <a:ext cx="3867150" cy="33754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3778A-F76E-4339-B1E5-34F734E6D026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85801" y="1446610"/>
            <a:ext cx="7874977" cy="337542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97467-7585-4027-A50D-BE398279D42E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756047"/>
            <a:ext cx="7874977" cy="4857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2D956-7068-49BE-916B-FC2355577C01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80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97689" y="4624387"/>
            <a:ext cx="1970087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F1C302-FD40-4EDF-8F93-63CFC80F70C3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1A7FC3C9-DDFC-427A-AB3B-4993BC196250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22AA5A1-D826-4565-A367-56C0F2F8946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C7564BFB-594D-4F0E-BD1B-6A338A8773E3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77E42006-7894-4F1A-82A4-E4B693F4D64A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"/>
          <p:cNvSpPr txBox="1">
            <a:spLocks noGrp="1"/>
          </p:cNvSpPr>
          <p:nvPr userDrawn="1"/>
        </p:nvSpPr>
        <p:spPr bwMode="auto">
          <a:xfrm>
            <a:off x="8328026" y="4710113"/>
            <a:ext cx="447675" cy="2571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8212A896-7F02-4138-80FC-4D7600310E18}" type="slidenum">
              <a:rPr lang="en-US" altLang="zh-CN" sz="1400" b="0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zh-CN" sz="1400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91854"/>
            <a:ext cx="3543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5.jpeg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5" Type="http://schemas.openxmlformats.org/officeDocument/2006/relationships/theme" Target="../theme/theme4.xml"/><Relationship Id="rId14" Type="http://schemas.openxmlformats.org/officeDocument/2006/relationships/image" Target="../media/image6.jpeg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6" Type="http://schemas.openxmlformats.org/officeDocument/2006/relationships/theme" Target="../theme/theme5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0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5" Type="http://schemas.openxmlformats.org/officeDocument/2006/relationships/theme" Target="../theme/theme6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3.xml"/><Relationship Id="rId1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8" Type="http://schemas.openxmlformats.org/officeDocument/2006/relationships/theme" Target="../theme/theme7.xml"/><Relationship Id="rId17" Type="http://schemas.openxmlformats.org/officeDocument/2006/relationships/image" Target="../media/image8.png"/><Relationship Id="rId16" Type="http://schemas.openxmlformats.org/officeDocument/2006/relationships/slideLayout" Target="../slideLayouts/slideLayout91.xml"/><Relationship Id="rId15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99.xml"/><Relationship Id="rId7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6" Type="http://schemas.openxmlformats.org/officeDocument/2006/relationships/theme" Target="../theme/theme8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92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6.xml"/><Relationship Id="rId16" Type="http://schemas.openxmlformats.org/officeDocument/2006/relationships/theme" Target="../theme/theme9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9.xml"/><Relationship Id="rId16" Type="http://schemas.openxmlformats.org/officeDocument/2006/relationships/theme" Target="../theme/theme10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18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5" Type="http://schemas.openxmlformats.org/officeDocument/2006/relationships/theme" Target="../theme/theme11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42.xml"/><Relationship Id="rId11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4.xml"/><Relationship Id="rId15" Type="http://schemas.openxmlformats.org/officeDocument/2006/relationships/theme" Target="../theme/theme12.xml"/><Relationship Id="rId14" Type="http://schemas.openxmlformats.org/officeDocument/2006/relationships/image" Target="../media/image6.jpeg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4.xml"/><Relationship Id="rId8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1.xml"/><Relationship Id="rId5" Type="http://schemas.openxmlformats.org/officeDocument/2006/relationships/slideLayout" Target="../slideLayouts/slideLayout160.xml"/><Relationship Id="rId4" Type="http://schemas.openxmlformats.org/officeDocument/2006/relationships/slideLayout" Target="../slideLayouts/slideLayout159.xml"/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6" Type="http://schemas.openxmlformats.org/officeDocument/2006/relationships/theme" Target="../theme/theme13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66.xml"/><Relationship Id="rId10" Type="http://schemas.openxmlformats.org/officeDocument/2006/relationships/slideLayout" Target="../slideLayouts/slideLayout165.xml"/><Relationship Id="rId1" Type="http://schemas.openxmlformats.org/officeDocument/2006/relationships/slideLayout" Target="../slideLayouts/slideLayout156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0.xml"/><Relationship Id="rId16" Type="http://schemas.openxmlformats.org/officeDocument/2006/relationships/theme" Target="../theme/theme14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69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0.xml"/><Relationship Id="rId8" Type="http://schemas.openxmlformats.org/officeDocument/2006/relationships/slideLayout" Target="../slideLayouts/slideLayout189.xml"/><Relationship Id="rId7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5.xml"/><Relationship Id="rId3" Type="http://schemas.openxmlformats.org/officeDocument/2006/relationships/slideLayout" Target="../slideLayouts/slideLayout184.xml"/><Relationship Id="rId2" Type="http://schemas.openxmlformats.org/officeDocument/2006/relationships/slideLayout" Target="../slideLayouts/slideLayout183.xml"/><Relationship Id="rId16" Type="http://schemas.openxmlformats.org/officeDocument/2006/relationships/theme" Target="../theme/theme15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1.xml"/><Relationship Id="rId1" Type="http://schemas.openxmlformats.org/officeDocument/2006/relationships/slideLayout" Target="../slideLayouts/slideLayout182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6.xml"/><Relationship Id="rId15" Type="http://schemas.openxmlformats.org/officeDocument/2006/relationships/theme" Target="../theme/theme16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9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5.xml"/><Relationship Id="rId8" Type="http://schemas.openxmlformats.org/officeDocument/2006/relationships/slideLayout" Target="../slideLayouts/slideLayout214.xml"/><Relationship Id="rId7" Type="http://schemas.openxmlformats.org/officeDocument/2006/relationships/slideLayout" Target="../slideLayouts/slideLayout213.xml"/><Relationship Id="rId6" Type="http://schemas.openxmlformats.org/officeDocument/2006/relationships/slideLayout" Target="../slideLayouts/slideLayout212.xml"/><Relationship Id="rId5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210.xml"/><Relationship Id="rId3" Type="http://schemas.openxmlformats.org/officeDocument/2006/relationships/slideLayout" Target="../slideLayouts/slideLayout209.xml"/><Relationship Id="rId2" Type="http://schemas.openxmlformats.org/officeDocument/2006/relationships/slideLayout" Target="../slideLayouts/slideLayout208.xml"/><Relationship Id="rId15" Type="http://schemas.openxmlformats.org/officeDocument/2006/relationships/theme" Target="../theme/theme17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18.xml"/><Relationship Id="rId11" Type="http://schemas.openxmlformats.org/officeDocument/2006/relationships/slideLayout" Target="../slideLayouts/slideLayout217.xml"/><Relationship Id="rId10" Type="http://schemas.openxmlformats.org/officeDocument/2006/relationships/slideLayout" Target="../slideLayouts/slideLayout216.xml"/><Relationship Id="rId1" Type="http://schemas.openxmlformats.org/officeDocument/2006/relationships/slideLayout" Target="../slideLayouts/slideLayout20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7.xml"/><Relationship Id="rId8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20.xml"/><Relationship Id="rId18" Type="http://schemas.openxmlformats.org/officeDocument/2006/relationships/theme" Target="../theme/theme18.xml"/><Relationship Id="rId17" Type="http://schemas.openxmlformats.org/officeDocument/2006/relationships/image" Target="../media/image8.png"/><Relationship Id="rId16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33.xml"/><Relationship Id="rId14" Type="http://schemas.openxmlformats.org/officeDocument/2006/relationships/slideLayout" Target="../slideLayouts/slideLayout232.xml"/><Relationship Id="rId13" Type="http://schemas.openxmlformats.org/officeDocument/2006/relationships/slideLayout" Target="../slideLayouts/slideLayout231.xml"/><Relationship Id="rId12" Type="http://schemas.openxmlformats.org/officeDocument/2006/relationships/slideLayout" Target="../slideLayouts/slideLayout230.xml"/><Relationship Id="rId11" Type="http://schemas.openxmlformats.org/officeDocument/2006/relationships/slideLayout" Target="../slideLayouts/slideLayout229.xml"/><Relationship Id="rId10" Type="http://schemas.openxmlformats.org/officeDocument/2006/relationships/slideLayout" Target="../slideLayouts/slideLayout228.xml"/><Relationship Id="rId1" Type="http://schemas.openxmlformats.org/officeDocument/2006/relationships/slideLayout" Target="../slideLayouts/slideLayout219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3.xml"/><Relationship Id="rId8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41.xml"/><Relationship Id="rId6" Type="http://schemas.openxmlformats.org/officeDocument/2006/relationships/slideLayout" Target="../slideLayouts/slideLayout240.xml"/><Relationship Id="rId5" Type="http://schemas.openxmlformats.org/officeDocument/2006/relationships/slideLayout" Target="../slideLayouts/slideLayout239.xml"/><Relationship Id="rId4" Type="http://schemas.openxmlformats.org/officeDocument/2006/relationships/slideLayout" Target="../slideLayouts/slideLayout238.xml"/><Relationship Id="rId3" Type="http://schemas.openxmlformats.org/officeDocument/2006/relationships/slideLayout" Target="../slideLayouts/slideLayout237.xml"/><Relationship Id="rId2" Type="http://schemas.openxmlformats.org/officeDocument/2006/relationships/slideLayout" Target="../slideLayouts/slideLayout236.xml"/><Relationship Id="rId15" Type="http://schemas.openxmlformats.org/officeDocument/2006/relationships/theme" Target="../theme/theme19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46.xml"/><Relationship Id="rId11" Type="http://schemas.openxmlformats.org/officeDocument/2006/relationships/slideLayout" Target="../slideLayouts/slideLayout245.xml"/><Relationship Id="rId10" Type="http://schemas.openxmlformats.org/officeDocument/2006/relationships/slideLayout" Target="../slideLayouts/slideLayout244.xml"/><Relationship Id="rId1" Type="http://schemas.openxmlformats.org/officeDocument/2006/relationships/slideLayout" Target="../slideLayouts/slideLayout235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5.xml"/><Relationship Id="rId8" Type="http://schemas.openxmlformats.org/officeDocument/2006/relationships/slideLayout" Target="../slideLayouts/slideLayout254.xml"/><Relationship Id="rId7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2.xml"/><Relationship Id="rId5" Type="http://schemas.openxmlformats.org/officeDocument/2006/relationships/slideLayout" Target="../slideLayouts/slideLayout251.xml"/><Relationship Id="rId4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9.xml"/><Relationship Id="rId2" Type="http://schemas.openxmlformats.org/officeDocument/2006/relationships/slideLayout" Target="../slideLayouts/slideLayout248.xml"/><Relationship Id="rId15" Type="http://schemas.openxmlformats.org/officeDocument/2006/relationships/theme" Target="../theme/theme20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57.xml"/><Relationship Id="rId10" Type="http://schemas.openxmlformats.org/officeDocument/2006/relationships/slideLayout" Target="../slideLayouts/slideLayout256.xml"/><Relationship Id="rId1" Type="http://schemas.openxmlformats.org/officeDocument/2006/relationships/slideLayout" Target="../slideLayouts/slideLayout24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7.xml"/><Relationship Id="rId8" Type="http://schemas.openxmlformats.org/officeDocument/2006/relationships/slideLayout" Target="../slideLayouts/slideLayout266.xml"/><Relationship Id="rId7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60.xml"/><Relationship Id="rId15" Type="http://schemas.openxmlformats.org/officeDocument/2006/relationships/theme" Target="../theme/theme21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69.xml"/><Relationship Id="rId10" Type="http://schemas.openxmlformats.org/officeDocument/2006/relationships/slideLayout" Target="../slideLayouts/slideLayout268.xml"/><Relationship Id="rId1" Type="http://schemas.openxmlformats.org/officeDocument/2006/relationships/slideLayout" Target="../slideLayouts/slideLayout259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2.xml"/><Relationship Id="rId15" Type="http://schemas.openxmlformats.org/officeDocument/2006/relationships/theme" Target="../theme/theme22.xml"/><Relationship Id="rId14" Type="http://schemas.openxmlformats.org/officeDocument/2006/relationships/image" Target="../media/image6.jpeg"/><Relationship Id="rId13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0.xml"/><Relationship Id="rId1" Type="http://schemas.openxmlformats.org/officeDocument/2006/relationships/slideLayout" Target="../slideLayouts/slideLayout271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2.xml"/><Relationship Id="rId8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0.xml"/><Relationship Id="rId6" Type="http://schemas.openxmlformats.org/officeDocument/2006/relationships/slideLayout" Target="../slideLayouts/slideLayout289.xml"/><Relationship Id="rId5" Type="http://schemas.openxmlformats.org/officeDocument/2006/relationships/slideLayout" Target="../slideLayouts/slideLayout288.xml"/><Relationship Id="rId4" Type="http://schemas.openxmlformats.org/officeDocument/2006/relationships/slideLayout" Target="../slideLayouts/slideLayout287.xml"/><Relationship Id="rId3" Type="http://schemas.openxmlformats.org/officeDocument/2006/relationships/slideLayout" Target="../slideLayouts/slideLayout286.xml"/><Relationship Id="rId2" Type="http://schemas.openxmlformats.org/officeDocument/2006/relationships/slideLayout" Target="../slideLayouts/slideLayout285.xml"/><Relationship Id="rId16" Type="http://schemas.openxmlformats.org/officeDocument/2006/relationships/theme" Target="../theme/theme23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296.xml"/><Relationship Id="rId12" Type="http://schemas.openxmlformats.org/officeDocument/2006/relationships/slideLayout" Target="../slideLayouts/slideLayout295.xml"/><Relationship Id="rId11" Type="http://schemas.openxmlformats.org/officeDocument/2006/relationships/slideLayout" Target="../slideLayouts/slideLayout294.xml"/><Relationship Id="rId10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84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5.xml"/><Relationship Id="rId8" Type="http://schemas.openxmlformats.org/officeDocument/2006/relationships/slideLayout" Target="../slideLayouts/slideLayout304.xml"/><Relationship Id="rId7" Type="http://schemas.openxmlformats.org/officeDocument/2006/relationships/slideLayout" Target="../slideLayouts/slideLayout303.xml"/><Relationship Id="rId6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300.xml"/><Relationship Id="rId3" Type="http://schemas.openxmlformats.org/officeDocument/2006/relationships/slideLayout" Target="../slideLayouts/slideLayout299.xml"/><Relationship Id="rId2" Type="http://schemas.openxmlformats.org/officeDocument/2006/relationships/slideLayout" Target="../slideLayouts/slideLayout298.xml"/><Relationship Id="rId16" Type="http://schemas.openxmlformats.org/officeDocument/2006/relationships/theme" Target="../theme/theme24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309.xml"/><Relationship Id="rId12" Type="http://schemas.openxmlformats.org/officeDocument/2006/relationships/slideLayout" Target="../slideLayouts/slideLayout308.xml"/><Relationship Id="rId11" Type="http://schemas.openxmlformats.org/officeDocument/2006/relationships/slideLayout" Target="../slideLayouts/slideLayout307.xml"/><Relationship Id="rId10" Type="http://schemas.openxmlformats.org/officeDocument/2006/relationships/slideLayout" Target="../slideLayouts/slideLayout306.xml"/><Relationship Id="rId1" Type="http://schemas.openxmlformats.org/officeDocument/2006/relationships/slideLayout" Target="../slideLayouts/slideLayout297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1.xml"/><Relationship Id="rId15" Type="http://schemas.openxmlformats.org/officeDocument/2006/relationships/theme" Target="../theme/theme25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19.xml"/><Relationship Id="rId1" Type="http://schemas.openxmlformats.org/officeDocument/2006/relationships/slideLayout" Target="../slideLayouts/slideLayout310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0.xml"/><Relationship Id="rId8" Type="http://schemas.openxmlformats.org/officeDocument/2006/relationships/slideLayout" Target="../slideLayouts/slideLayout329.xml"/><Relationship Id="rId7" Type="http://schemas.openxmlformats.org/officeDocument/2006/relationships/slideLayout" Target="../slideLayouts/slideLayout328.xml"/><Relationship Id="rId6" Type="http://schemas.openxmlformats.org/officeDocument/2006/relationships/slideLayout" Target="../slideLayouts/slideLayout327.xml"/><Relationship Id="rId5" Type="http://schemas.openxmlformats.org/officeDocument/2006/relationships/slideLayout" Target="../slideLayouts/slideLayout326.xml"/><Relationship Id="rId4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24.xml"/><Relationship Id="rId2" Type="http://schemas.openxmlformats.org/officeDocument/2006/relationships/slideLayout" Target="../slideLayouts/slideLayout323.xml"/><Relationship Id="rId15" Type="http://schemas.openxmlformats.org/officeDocument/2006/relationships/theme" Target="../theme/theme26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33.xml"/><Relationship Id="rId11" Type="http://schemas.openxmlformats.org/officeDocument/2006/relationships/slideLayout" Target="../slideLayouts/slideLayout332.xml"/><Relationship Id="rId10" Type="http://schemas.openxmlformats.org/officeDocument/2006/relationships/slideLayout" Target="../slideLayouts/slideLayout331.xml"/><Relationship Id="rId1" Type="http://schemas.openxmlformats.org/officeDocument/2006/relationships/slideLayout" Target="../slideLayouts/slideLayout322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2.xml"/><Relationship Id="rId8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0.xml"/><Relationship Id="rId6" Type="http://schemas.openxmlformats.org/officeDocument/2006/relationships/slideLayout" Target="../slideLayouts/slideLayout339.xml"/><Relationship Id="rId5" Type="http://schemas.openxmlformats.org/officeDocument/2006/relationships/slideLayout" Target="../slideLayouts/slideLayout338.xml"/><Relationship Id="rId4" Type="http://schemas.openxmlformats.org/officeDocument/2006/relationships/slideLayout" Target="../slideLayouts/slideLayout337.xml"/><Relationship Id="rId3" Type="http://schemas.openxmlformats.org/officeDocument/2006/relationships/slideLayout" Target="../slideLayouts/slideLayout336.xml"/><Relationship Id="rId2" Type="http://schemas.openxmlformats.org/officeDocument/2006/relationships/slideLayout" Target="../slideLayouts/slideLayout335.xml"/><Relationship Id="rId15" Type="http://schemas.openxmlformats.org/officeDocument/2006/relationships/theme" Target="../theme/theme27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45.xml"/><Relationship Id="rId11" Type="http://schemas.openxmlformats.org/officeDocument/2006/relationships/slideLayout" Target="../slideLayouts/slideLayout344.xml"/><Relationship Id="rId10" Type="http://schemas.openxmlformats.org/officeDocument/2006/relationships/slideLayout" Target="../slideLayouts/slideLayout343.xml"/><Relationship Id="rId1" Type="http://schemas.openxmlformats.org/officeDocument/2006/relationships/slideLayout" Target="../slideLayouts/slideLayout334.xml"/></Relationships>
</file>

<file path=ppt/slideMasters/_rels/slideMaster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7.xml"/><Relationship Id="rId15" Type="http://schemas.openxmlformats.org/officeDocument/2006/relationships/theme" Target="../theme/theme28.xml"/><Relationship Id="rId14" Type="http://schemas.openxmlformats.org/officeDocument/2006/relationships/image" Target="../media/image6.jpeg"/><Relationship Id="rId13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5.xml"/><Relationship Id="rId1" Type="http://schemas.openxmlformats.org/officeDocument/2006/relationships/slideLayout" Target="../slideLayouts/slideLayout346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7.xml"/><Relationship Id="rId8" Type="http://schemas.openxmlformats.org/officeDocument/2006/relationships/slideLayout" Target="../slideLayouts/slideLayout366.xml"/><Relationship Id="rId7" Type="http://schemas.openxmlformats.org/officeDocument/2006/relationships/slideLayout" Target="../slideLayouts/slideLayout365.xml"/><Relationship Id="rId6" Type="http://schemas.openxmlformats.org/officeDocument/2006/relationships/slideLayout" Target="../slideLayouts/slideLayout364.xml"/><Relationship Id="rId5" Type="http://schemas.openxmlformats.org/officeDocument/2006/relationships/slideLayout" Target="../slideLayouts/slideLayout363.xml"/><Relationship Id="rId4" Type="http://schemas.openxmlformats.org/officeDocument/2006/relationships/slideLayout" Target="../slideLayouts/slideLayout362.xml"/><Relationship Id="rId3" Type="http://schemas.openxmlformats.org/officeDocument/2006/relationships/slideLayout" Target="../slideLayouts/slideLayout361.xml"/><Relationship Id="rId2" Type="http://schemas.openxmlformats.org/officeDocument/2006/relationships/slideLayout" Target="../slideLayouts/slideLayout360.xml"/><Relationship Id="rId15" Type="http://schemas.openxmlformats.org/officeDocument/2006/relationships/theme" Target="../theme/theme29.xml"/><Relationship Id="rId14" Type="http://schemas.openxmlformats.org/officeDocument/2006/relationships/image" Target="../media/image6.jpeg"/><Relationship Id="rId13" Type="http://schemas.openxmlformats.org/officeDocument/2006/relationships/slideLayout" Target="../slideLayouts/slideLayout371.xml"/><Relationship Id="rId12" Type="http://schemas.openxmlformats.org/officeDocument/2006/relationships/slideLayout" Target="../slideLayouts/slideLayout370.xml"/><Relationship Id="rId11" Type="http://schemas.openxmlformats.org/officeDocument/2006/relationships/slideLayout" Target="../slideLayouts/slideLayout369.xml"/><Relationship Id="rId10" Type="http://schemas.openxmlformats.org/officeDocument/2006/relationships/slideLayout" Target="../slideLayouts/slideLayout368.xml"/><Relationship Id="rId1" Type="http://schemas.openxmlformats.org/officeDocument/2006/relationships/slideLayout" Target="../slideLayouts/slideLayout359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0.xml"/><Relationship Id="rId8" Type="http://schemas.openxmlformats.org/officeDocument/2006/relationships/slideLayout" Target="../slideLayouts/slideLayout379.xml"/><Relationship Id="rId7" Type="http://schemas.openxmlformats.org/officeDocument/2006/relationships/slideLayout" Target="../slideLayouts/slideLayout378.xml"/><Relationship Id="rId6" Type="http://schemas.openxmlformats.org/officeDocument/2006/relationships/slideLayout" Target="../slideLayouts/slideLayout377.xml"/><Relationship Id="rId5" Type="http://schemas.openxmlformats.org/officeDocument/2006/relationships/slideLayout" Target="../slideLayouts/slideLayout376.xml"/><Relationship Id="rId4" Type="http://schemas.openxmlformats.org/officeDocument/2006/relationships/slideLayout" Target="../slideLayouts/slideLayout375.xml"/><Relationship Id="rId3" Type="http://schemas.openxmlformats.org/officeDocument/2006/relationships/slideLayout" Target="../slideLayouts/slideLayout374.xml"/><Relationship Id="rId2" Type="http://schemas.openxmlformats.org/officeDocument/2006/relationships/slideLayout" Target="../slideLayouts/slideLayout373.xml"/><Relationship Id="rId16" Type="http://schemas.openxmlformats.org/officeDocument/2006/relationships/theme" Target="../theme/theme30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384.xml"/><Relationship Id="rId12" Type="http://schemas.openxmlformats.org/officeDocument/2006/relationships/slideLayout" Target="../slideLayouts/slideLayout383.xml"/><Relationship Id="rId11" Type="http://schemas.openxmlformats.org/officeDocument/2006/relationships/slideLayout" Target="../slideLayouts/slideLayout382.xml"/><Relationship Id="rId10" Type="http://schemas.openxmlformats.org/officeDocument/2006/relationships/slideLayout" Target="../slideLayouts/slideLayout381.xml"/><Relationship Id="rId1" Type="http://schemas.openxmlformats.org/officeDocument/2006/relationships/slideLayout" Target="../slideLayouts/slideLayout3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3.xml"/><Relationship Id="rId8" Type="http://schemas.openxmlformats.org/officeDocument/2006/relationships/slideLayout" Target="../slideLayouts/slideLayout392.xml"/><Relationship Id="rId7" Type="http://schemas.openxmlformats.org/officeDocument/2006/relationships/slideLayout" Target="../slideLayouts/slideLayout391.xml"/><Relationship Id="rId6" Type="http://schemas.openxmlformats.org/officeDocument/2006/relationships/slideLayout" Target="../slideLayouts/slideLayout390.xml"/><Relationship Id="rId5" Type="http://schemas.openxmlformats.org/officeDocument/2006/relationships/slideLayout" Target="../slideLayouts/slideLayout389.xml"/><Relationship Id="rId4" Type="http://schemas.openxmlformats.org/officeDocument/2006/relationships/slideLayout" Target="../slideLayouts/slideLayout388.xml"/><Relationship Id="rId3" Type="http://schemas.openxmlformats.org/officeDocument/2006/relationships/slideLayout" Target="../slideLayouts/slideLayout387.xml"/><Relationship Id="rId2" Type="http://schemas.openxmlformats.org/officeDocument/2006/relationships/slideLayout" Target="../slideLayouts/slideLayout386.xml"/><Relationship Id="rId15" Type="http://schemas.openxmlformats.org/officeDocument/2006/relationships/theme" Target="../theme/theme31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396.xml"/><Relationship Id="rId11" Type="http://schemas.openxmlformats.org/officeDocument/2006/relationships/slideLayout" Target="../slideLayouts/slideLayout395.xml"/><Relationship Id="rId10" Type="http://schemas.openxmlformats.org/officeDocument/2006/relationships/slideLayout" Target="../slideLayouts/slideLayout394.xml"/><Relationship Id="rId1" Type="http://schemas.openxmlformats.org/officeDocument/2006/relationships/slideLayout" Target="../slideLayouts/slideLayout385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05.xml"/><Relationship Id="rId8" Type="http://schemas.openxmlformats.org/officeDocument/2006/relationships/slideLayout" Target="../slideLayouts/slideLayout404.xml"/><Relationship Id="rId7" Type="http://schemas.openxmlformats.org/officeDocument/2006/relationships/slideLayout" Target="../slideLayouts/slideLayout403.xml"/><Relationship Id="rId6" Type="http://schemas.openxmlformats.org/officeDocument/2006/relationships/slideLayout" Target="../slideLayouts/slideLayout402.xml"/><Relationship Id="rId5" Type="http://schemas.openxmlformats.org/officeDocument/2006/relationships/slideLayout" Target="../slideLayouts/slideLayout401.xml"/><Relationship Id="rId4" Type="http://schemas.openxmlformats.org/officeDocument/2006/relationships/slideLayout" Target="../slideLayouts/slideLayout400.xml"/><Relationship Id="rId3" Type="http://schemas.openxmlformats.org/officeDocument/2006/relationships/slideLayout" Target="../slideLayouts/slideLayout399.xml"/><Relationship Id="rId2" Type="http://schemas.openxmlformats.org/officeDocument/2006/relationships/slideLayout" Target="../slideLayouts/slideLayout398.xml"/><Relationship Id="rId15" Type="http://schemas.openxmlformats.org/officeDocument/2006/relationships/theme" Target="../theme/theme32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408.xml"/><Relationship Id="rId11" Type="http://schemas.openxmlformats.org/officeDocument/2006/relationships/slideLayout" Target="../slideLayouts/slideLayout407.xml"/><Relationship Id="rId10" Type="http://schemas.openxmlformats.org/officeDocument/2006/relationships/slideLayout" Target="../slideLayouts/slideLayout406.xml"/><Relationship Id="rId1" Type="http://schemas.openxmlformats.org/officeDocument/2006/relationships/slideLayout" Target="../slideLayouts/slideLayout397.xml"/></Relationships>
</file>

<file path=ppt/slideMasters/_rels/slideMaster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7.xml"/><Relationship Id="rId8" Type="http://schemas.openxmlformats.org/officeDocument/2006/relationships/slideLayout" Target="../slideLayouts/slideLayout416.xml"/><Relationship Id="rId7" Type="http://schemas.openxmlformats.org/officeDocument/2006/relationships/slideLayout" Target="../slideLayouts/slideLayout415.xml"/><Relationship Id="rId6" Type="http://schemas.openxmlformats.org/officeDocument/2006/relationships/slideLayout" Target="../slideLayouts/slideLayout414.xml"/><Relationship Id="rId5" Type="http://schemas.openxmlformats.org/officeDocument/2006/relationships/slideLayout" Target="../slideLayouts/slideLayout413.xml"/><Relationship Id="rId4" Type="http://schemas.openxmlformats.org/officeDocument/2006/relationships/slideLayout" Target="../slideLayouts/slideLayout412.xml"/><Relationship Id="rId3" Type="http://schemas.openxmlformats.org/officeDocument/2006/relationships/slideLayout" Target="../slideLayouts/slideLayout411.xml"/><Relationship Id="rId2" Type="http://schemas.openxmlformats.org/officeDocument/2006/relationships/slideLayout" Target="../slideLayouts/slideLayout410.xml"/><Relationship Id="rId18" Type="http://schemas.openxmlformats.org/officeDocument/2006/relationships/theme" Target="../theme/theme33.xml"/><Relationship Id="rId17" Type="http://schemas.openxmlformats.org/officeDocument/2006/relationships/image" Target="../media/image8.png"/><Relationship Id="rId16" Type="http://schemas.openxmlformats.org/officeDocument/2006/relationships/slideLayout" Target="../slideLayouts/slideLayout424.xml"/><Relationship Id="rId15" Type="http://schemas.openxmlformats.org/officeDocument/2006/relationships/slideLayout" Target="../slideLayouts/slideLayout423.xml"/><Relationship Id="rId14" Type="http://schemas.openxmlformats.org/officeDocument/2006/relationships/slideLayout" Target="../slideLayouts/slideLayout422.xml"/><Relationship Id="rId13" Type="http://schemas.openxmlformats.org/officeDocument/2006/relationships/slideLayout" Target="../slideLayouts/slideLayout421.xml"/><Relationship Id="rId12" Type="http://schemas.openxmlformats.org/officeDocument/2006/relationships/slideLayout" Target="../slideLayouts/slideLayout420.xml"/><Relationship Id="rId11" Type="http://schemas.openxmlformats.org/officeDocument/2006/relationships/slideLayout" Target="../slideLayouts/slideLayout419.xml"/><Relationship Id="rId10" Type="http://schemas.openxmlformats.org/officeDocument/2006/relationships/slideLayout" Target="../slideLayouts/slideLayout418.xml"/><Relationship Id="rId1" Type="http://schemas.openxmlformats.org/officeDocument/2006/relationships/slideLayout" Target="../slideLayouts/slideLayout409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3.xml"/><Relationship Id="rId8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1.xml"/><Relationship Id="rId6" Type="http://schemas.openxmlformats.org/officeDocument/2006/relationships/slideLayout" Target="../slideLayouts/slideLayout430.xml"/><Relationship Id="rId5" Type="http://schemas.openxmlformats.org/officeDocument/2006/relationships/slideLayout" Target="../slideLayouts/slideLayout429.xml"/><Relationship Id="rId4" Type="http://schemas.openxmlformats.org/officeDocument/2006/relationships/slideLayout" Target="../slideLayouts/slideLayout428.xml"/><Relationship Id="rId3" Type="http://schemas.openxmlformats.org/officeDocument/2006/relationships/slideLayout" Target="../slideLayouts/slideLayout427.xml"/><Relationship Id="rId2" Type="http://schemas.openxmlformats.org/officeDocument/2006/relationships/slideLayout" Target="../slideLayouts/slideLayout426.xml"/><Relationship Id="rId15" Type="http://schemas.openxmlformats.org/officeDocument/2006/relationships/theme" Target="../theme/theme34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436.xml"/><Relationship Id="rId11" Type="http://schemas.openxmlformats.org/officeDocument/2006/relationships/slideLayout" Target="../slideLayouts/slideLayout435.xml"/><Relationship Id="rId10" Type="http://schemas.openxmlformats.org/officeDocument/2006/relationships/slideLayout" Target="../slideLayouts/slideLayout434.xml"/><Relationship Id="rId1" Type="http://schemas.openxmlformats.org/officeDocument/2006/relationships/slideLayout" Target="../slideLayouts/slideLayout425.xml"/></Relationships>
</file>

<file path=ppt/slideMasters/_rels/slideMaster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5.xml"/><Relationship Id="rId8" Type="http://schemas.openxmlformats.org/officeDocument/2006/relationships/slideLayout" Target="../slideLayouts/slideLayout444.xml"/><Relationship Id="rId7" Type="http://schemas.openxmlformats.org/officeDocument/2006/relationships/slideLayout" Target="../slideLayouts/slideLayout443.xml"/><Relationship Id="rId6" Type="http://schemas.openxmlformats.org/officeDocument/2006/relationships/slideLayout" Target="../slideLayouts/slideLayout442.xml"/><Relationship Id="rId5" Type="http://schemas.openxmlformats.org/officeDocument/2006/relationships/slideLayout" Target="../slideLayouts/slideLayout441.xml"/><Relationship Id="rId4" Type="http://schemas.openxmlformats.org/officeDocument/2006/relationships/slideLayout" Target="../slideLayouts/slideLayout440.xml"/><Relationship Id="rId3" Type="http://schemas.openxmlformats.org/officeDocument/2006/relationships/slideLayout" Target="../slideLayouts/slideLayout439.xml"/><Relationship Id="rId2" Type="http://schemas.openxmlformats.org/officeDocument/2006/relationships/slideLayout" Target="../slideLayouts/slideLayout438.xml"/><Relationship Id="rId16" Type="http://schemas.openxmlformats.org/officeDocument/2006/relationships/theme" Target="../theme/theme35.xml"/><Relationship Id="rId15" Type="http://schemas.microsoft.com/office/2007/relationships/hdphoto" Target="../media/image3.wdp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449.xml"/><Relationship Id="rId12" Type="http://schemas.openxmlformats.org/officeDocument/2006/relationships/slideLayout" Target="../slideLayouts/slideLayout448.xml"/><Relationship Id="rId11" Type="http://schemas.openxmlformats.org/officeDocument/2006/relationships/slideLayout" Target="../slideLayouts/slideLayout447.xml"/><Relationship Id="rId10" Type="http://schemas.openxmlformats.org/officeDocument/2006/relationships/slideLayout" Target="../slideLayouts/slideLayout446.xml"/><Relationship Id="rId1" Type="http://schemas.openxmlformats.org/officeDocument/2006/relationships/slideLayout" Target="../slideLayouts/slideLayout4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6B82-F7DB-4393-8662-5E9F57BB93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logo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9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141685"/>
            <a:ext cx="8229600" cy="529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单击此处编辑母版标题样式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  <a:endParaRPr lang="en-US" altLang="zh-CN">
              <a:sym typeface="Arial" panose="020B0604020202020204" pitchFamily="34" charset="0"/>
            </a:endParaRPr>
          </a:p>
          <a:p>
            <a:pPr lvl="1"/>
            <a:r>
              <a:rPr lang="zh-CN" altLang="en-US">
                <a:sym typeface="Arial" panose="020B0604020202020204" pitchFamily="34" charset="0"/>
              </a:rPr>
              <a:t>第二级</a:t>
            </a:r>
            <a:endParaRPr lang="en-US" altLang="zh-CN">
              <a:sym typeface="Arial" panose="020B0604020202020204" pitchFamily="34" charset="0"/>
            </a:endParaRPr>
          </a:p>
          <a:p>
            <a:pPr lvl="2"/>
            <a:r>
              <a:rPr lang="zh-CN" altLang="en-US">
                <a:sym typeface="Arial" panose="020B0604020202020204" pitchFamily="34" charset="0"/>
              </a:rPr>
              <a:t>第三级</a:t>
            </a:r>
            <a:endParaRPr lang="en-US" altLang="zh-CN">
              <a:sym typeface="Arial" panose="020B0604020202020204" pitchFamily="34" charset="0"/>
            </a:endParaRPr>
          </a:p>
          <a:p>
            <a:pPr lvl="3"/>
            <a:r>
              <a:rPr lang="zh-CN" altLang="en-US">
                <a:sym typeface="Arial" panose="020B0604020202020204" pitchFamily="34" charset="0"/>
              </a:rPr>
              <a:t>第四级</a:t>
            </a:r>
            <a:endParaRPr lang="en-US" altLang="zh-CN">
              <a:sym typeface="Arial" panose="020B0604020202020204" pitchFamily="34" charset="0"/>
            </a:endParaRPr>
          </a:p>
          <a:p>
            <a:pPr lvl="4"/>
            <a:r>
              <a:rPr lang="zh-CN" altLang="en-US">
                <a:sym typeface="Arial" panose="020B0604020202020204" pitchFamily="34" charset="0"/>
              </a:rPr>
              <a:t>第五级</a:t>
            </a:r>
            <a:endParaRPr lang="zh-CN" altLang="en-US">
              <a:sym typeface="Arial" panose="020B0604020202020204" pitchFamily="34" charset="0"/>
            </a:endParaRPr>
          </a:p>
        </p:txBody>
      </p:sp>
      <p:sp>
        <p:nvSpPr>
          <p:cNvPr id="102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4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9B07035-0B42-45B1-A8B7-B577BE3A494F}" type="slidenum"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 sz="18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Line 12"/>
          <p:cNvSpPr>
            <a:spLocks noChangeShapeType="1"/>
          </p:cNvSpPr>
          <p:nvPr/>
        </p:nvSpPr>
        <p:spPr bwMode="auto">
          <a:xfrm flipH="1">
            <a:off x="0" y="554831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微软雅黑" panose="020B0503020204020204" pitchFamily="34" charset="-122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微软雅黑" panose="020B0503020204020204" pitchFamily="34" charset="-122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微软雅黑" panose="020B0503020204020204" pitchFamily="34" charset="-122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  <a:cs typeface="微软雅黑" panose="020B0503020204020204" pitchFamily="34" charset="-122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微软雅黑" panose="020B0503020204020204" pitchFamily="34" charset="-122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  <a:cs typeface="微软雅黑" panose="020B0503020204020204" pitchFamily="34" charset="-122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8" name="标题占位符 3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4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3B5B-6D67-433F-B63C-5E50C0A565BB}" type="slidenum">
              <a:rPr lang="zh-CN" altLang="en-US" b="1">
                <a:solidFill>
                  <a:srgbClr val="000000">
                    <a:tint val="75000"/>
                  </a:srgbClr>
                </a:solidFill>
                <a:latin typeface="Arial Black" panose="020B0A04020102020204" pitchFamily="34" charset="0"/>
              </a:rPr>
            </a:fld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9"/>
          <p:cNvSpPr>
            <a:spLocks noGrp="1"/>
          </p:cNvSpPr>
          <p:nvPr>
            <p:ph type="title"/>
          </p:nvPr>
        </p:nvSpPr>
        <p:spPr bwMode="auto">
          <a:xfrm>
            <a:off x="685800" y="756047"/>
            <a:ext cx="7874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5" name="Line 137"/>
          <p:cNvSpPr>
            <a:spLocks noChangeShapeType="1"/>
          </p:cNvSpPr>
          <p:nvPr/>
        </p:nvSpPr>
        <p:spPr bwMode="auto">
          <a:xfrm>
            <a:off x="0" y="571500"/>
            <a:ext cx="9144000" cy="0"/>
          </a:xfrm>
          <a:prstGeom prst="line">
            <a:avLst/>
          </a:prstGeom>
          <a:noFill/>
          <a:ln w="9525">
            <a:solidFill>
              <a:srgbClr val="172F3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文本占位符 17"/>
          <p:cNvSpPr>
            <a:spLocks noGrp="1"/>
          </p:cNvSpPr>
          <p:nvPr>
            <p:ph type="body" idx="1"/>
          </p:nvPr>
        </p:nvSpPr>
        <p:spPr bwMode="auto">
          <a:xfrm>
            <a:off x="685800" y="1446610"/>
            <a:ext cx="7874000" cy="337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pic>
        <p:nvPicPr>
          <p:cNvPr id="8197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15503"/>
            <a:ext cx="1354138" cy="21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0689" y="4683919"/>
            <a:ext cx="1970087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2600" y="4677966"/>
            <a:ext cx="19685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99A95DC-9743-4193-A6C9-A63574D0C65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ransition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51562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3187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54749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06311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7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  <a:lvl2pPr marL="320675" indent="-320675" algn="l" rtl="0" eaLnBrk="0" fontAlgn="base" hangingPunct="0">
        <a:spcBef>
          <a:spcPct val="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Ø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051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rabicPeriod"/>
        <a:defRPr sz="1500">
          <a:solidFill>
            <a:srgbClr val="6E0000"/>
          </a:solidFill>
          <a:latin typeface="+mn-lt"/>
          <a:ea typeface="+mn-ea"/>
          <a:cs typeface="Arial" panose="020B0604020202020204" pitchFamily="34" charset="0"/>
        </a:defRPr>
      </a:lvl3pPr>
      <a:lvl4pPr marL="6083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微软雅黑" panose="020B0503020204020204" pitchFamily="34" charset="-122"/>
        <a:buAutoNum type="circleNumDbPlain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15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lphaLcParenR"/>
        <a:defRPr sz="14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83718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6pPr>
      <a:lvl7pPr marL="335280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7pPr>
      <a:lvl8pPr marL="386842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8pPr>
      <a:lvl9pPr marL="4384675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62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87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749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311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937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499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061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623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8" name="标题占位符 3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4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3B5B-6D67-433F-B63C-5E50C0A565BB}" type="slidenum">
              <a:rPr lang="zh-CN" altLang="en-US" b="1">
                <a:solidFill>
                  <a:srgbClr val="000000">
                    <a:tint val="75000"/>
                  </a:srgbClr>
                </a:solidFill>
                <a:latin typeface="Arial Black" panose="020B0A04020102020204" pitchFamily="34" charset="0"/>
              </a:rPr>
            </a:fld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9"/>
          <p:cNvSpPr>
            <a:spLocks noGrp="1"/>
          </p:cNvSpPr>
          <p:nvPr>
            <p:ph type="title"/>
          </p:nvPr>
        </p:nvSpPr>
        <p:spPr bwMode="auto">
          <a:xfrm>
            <a:off x="685800" y="756047"/>
            <a:ext cx="7874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5" name="Line 137"/>
          <p:cNvSpPr>
            <a:spLocks noChangeShapeType="1"/>
          </p:cNvSpPr>
          <p:nvPr/>
        </p:nvSpPr>
        <p:spPr bwMode="auto">
          <a:xfrm>
            <a:off x="0" y="571500"/>
            <a:ext cx="9144000" cy="0"/>
          </a:xfrm>
          <a:prstGeom prst="line">
            <a:avLst/>
          </a:prstGeom>
          <a:noFill/>
          <a:ln w="9525">
            <a:solidFill>
              <a:srgbClr val="172F3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文本占位符 17"/>
          <p:cNvSpPr>
            <a:spLocks noGrp="1"/>
          </p:cNvSpPr>
          <p:nvPr>
            <p:ph type="body" idx="1"/>
          </p:nvPr>
        </p:nvSpPr>
        <p:spPr bwMode="auto">
          <a:xfrm>
            <a:off x="685800" y="1446610"/>
            <a:ext cx="7874000" cy="337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pic>
        <p:nvPicPr>
          <p:cNvPr id="8197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15503"/>
            <a:ext cx="1354138" cy="21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0689" y="4683919"/>
            <a:ext cx="1970087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2600" y="4677966"/>
            <a:ext cx="19685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12F827-7C55-4B4A-92BE-D19F6A786C02}" type="slidenum"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</p:sldLayoutIdLst>
  <p:transition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51562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3187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54749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06311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7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  <a:lvl2pPr marL="320675" indent="-320675" algn="l" rtl="0" eaLnBrk="0" fontAlgn="base" hangingPunct="0">
        <a:spcBef>
          <a:spcPct val="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Ø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051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rabicPeriod"/>
        <a:defRPr sz="1500">
          <a:solidFill>
            <a:srgbClr val="6E0000"/>
          </a:solidFill>
          <a:latin typeface="+mn-lt"/>
          <a:ea typeface="+mn-ea"/>
          <a:cs typeface="Arial" panose="020B0604020202020204" pitchFamily="34" charset="0"/>
        </a:defRPr>
      </a:lvl3pPr>
      <a:lvl4pPr marL="6083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微软雅黑" panose="020B0503020204020204" pitchFamily="34" charset="-122"/>
        <a:buAutoNum type="circleNumDbPlain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15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lphaLcParenR"/>
        <a:defRPr sz="14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83718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6pPr>
      <a:lvl7pPr marL="335280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7pPr>
      <a:lvl8pPr marL="386842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8pPr>
      <a:lvl9pPr marL="4384675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62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87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749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311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937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499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061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623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8" name="标题占位符 3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4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3B5B-6D67-433F-B63C-5E50C0A565BB}" type="slidenum">
              <a:rPr lang="zh-CN" altLang="en-US" b="1">
                <a:solidFill>
                  <a:srgbClr val="000000">
                    <a:tint val="75000"/>
                  </a:srgbClr>
                </a:solidFill>
                <a:latin typeface="Arial Black" panose="020B0A04020102020204" pitchFamily="34" charset="0"/>
              </a:rPr>
            </a:fld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2" r:id="rId1"/>
    <p:sldLayoutId id="2147483983" r:id="rId2"/>
    <p:sldLayoutId id="2147483984" r:id="rId3"/>
    <p:sldLayoutId id="214748398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  <p:sldLayoutId id="2147483992" r:id="rId11"/>
    <p:sldLayoutId id="2147483993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8" name="标题占位符 3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4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3B5B-6D67-433F-B63C-5E50C0A565BB}" type="slidenum">
              <a:rPr lang="zh-CN" altLang="en-US" b="1">
                <a:solidFill>
                  <a:srgbClr val="000000">
                    <a:tint val="75000"/>
                  </a:srgbClr>
                </a:solidFill>
                <a:latin typeface="Arial Black" panose="020B0A04020102020204" pitchFamily="34" charset="0"/>
              </a:rPr>
            </a:fld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377113" y="269082"/>
            <a:ext cx="1397000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ext Box 8"/>
          <p:cNvSpPr txBox="1"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8" name="标题占位符 3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9" name="文本占位符 4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3B5B-6D67-433F-B63C-5E50C0A565BB}" type="slidenum">
              <a:rPr lang="zh-CN" altLang="en-US" b="1">
                <a:solidFill>
                  <a:srgbClr val="000000">
                    <a:tint val="75000"/>
                  </a:srgbClr>
                </a:solidFill>
                <a:latin typeface="Arial Black" panose="020B0A04020102020204" pitchFamily="34" charset="0"/>
              </a:rPr>
            </a:fld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b="1">
              <a:solidFill>
                <a:srgbClr val="000000">
                  <a:tint val="75000"/>
                </a:srgbClr>
              </a:solidFill>
              <a:latin typeface="Arial Black" panose="020B0A040201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  <p:sldLayoutId id="2147484047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  <p:sldLayoutId id="2147484059" r:id="rId11"/>
    <p:sldLayoutId id="2147484060" r:id="rId12"/>
    <p:sldLayoutId id="214748406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  <p:sldLayoutId id="2147484074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  <p:sldLayoutId id="214748408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9"/>
          <p:cNvSpPr>
            <a:spLocks noGrp="1"/>
          </p:cNvSpPr>
          <p:nvPr>
            <p:ph type="title"/>
          </p:nvPr>
        </p:nvSpPr>
        <p:spPr bwMode="auto">
          <a:xfrm>
            <a:off x="685800" y="756047"/>
            <a:ext cx="78740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5" name="Line 137"/>
          <p:cNvSpPr>
            <a:spLocks noChangeShapeType="1"/>
          </p:cNvSpPr>
          <p:nvPr/>
        </p:nvSpPr>
        <p:spPr bwMode="auto">
          <a:xfrm>
            <a:off x="0" y="571500"/>
            <a:ext cx="9144000" cy="0"/>
          </a:xfrm>
          <a:prstGeom prst="line">
            <a:avLst/>
          </a:prstGeom>
          <a:noFill/>
          <a:ln w="9525">
            <a:solidFill>
              <a:srgbClr val="172F37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196" name="文本占位符 17"/>
          <p:cNvSpPr>
            <a:spLocks noGrp="1"/>
          </p:cNvSpPr>
          <p:nvPr>
            <p:ph type="body" idx="1"/>
          </p:nvPr>
        </p:nvSpPr>
        <p:spPr bwMode="auto">
          <a:xfrm>
            <a:off x="685800" y="1446610"/>
            <a:ext cx="7874000" cy="337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pic>
        <p:nvPicPr>
          <p:cNvPr id="8197" name="Picture 5" descr="E:\_1.Kid的工作\0.资料\_ppt素材\1.货航相关\货航logo\国货航1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15503"/>
            <a:ext cx="1354138" cy="21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0689" y="4683919"/>
            <a:ext cx="1970087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2600" y="4677966"/>
            <a:ext cx="19685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807658-A0D4-4C3A-BC40-58573D23C912}" type="slidenum">
              <a:rPr lang="zh-CN" altLang="en-US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5pPr>
      <a:lvl6pPr marL="515620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3187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54749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063115"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300"/>
        </a:spcAft>
        <a:buSzPct val="100000"/>
        <a:buFont typeface="Arial" panose="020B0604020202020204" pitchFamily="34" charset="0"/>
        <a:buChar char="•"/>
        <a:defRPr sz="17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  <a:lvl2pPr marL="320675" indent="-320675" algn="l" rtl="0" eaLnBrk="0" fontAlgn="base" hangingPunct="0">
        <a:spcBef>
          <a:spcPct val="0"/>
        </a:spcBef>
        <a:spcAft>
          <a:spcPct val="0"/>
        </a:spcAft>
        <a:buClr>
          <a:srgbClr val="7F7F7F"/>
        </a:buClr>
        <a:buFont typeface="Wingdings" panose="05000000000000000000" pitchFamily="2" charset="2"/>
        <a:buChar char="Ø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4051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rabicPeriod"/>
        <a:defRPr sz="1500">
          <a:solidFill>
            <a:srgbClr val="6E0000"/>
          </a:solidFill>
          <a:latin typeface="+mn-lt"/>
          <a:ea typeface="+mn-ea"/>
          <a:cs typeface="Arial" panose="020B0604020202020204" pitchFamily="34" charset="0"/>
        </a:defRPr>
      </a:lvl3pPr>
      <a:lvl4pPr marL="6083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微软雅黑" panose="020B0503020204020204" pitchFamily="34" charset="-122"/>
        <a:buAutoNum type="circleNumDbPlain"/>
        <a:defRPr sz="15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811530" indent="-405130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buAutoNum type="alphaLcParenR"/>
        <a:defRPr sz="14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83718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6pPr>
      <a:lvl7pPr marL="335280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7pPr>
      <a:lvl8pPr marL="3868420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8pPr>
      <a:lvl9pPr marL="4384675" indent="-257810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62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87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749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3115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937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499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1061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6230" algn="l" defTabSz="103187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09" r:id="rId4"/>
    <p:sldLayoutId id="2147484110" r:id="rId5"/>
    <p:sldLayoutId id="2147484111" r:id="rId6"/>
    <p:sldLayoutId id="2147484112" r:id="rId7"/>
    <p:sldLayoutId id="2147484113" r:id="rId8"/>
    <p:sldLayoutId id="2147484114" r:id="rId9"/>
    <p:sldLayoutId id="2147484115" r:id="rId10"/>
    <p:sldLayoutId id="2147484116" r:id="rId11"/>
    <p:sldLayoutId id="214748411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8"/>
          <p:cNvSpPr>
            <a:spLocks noChangeArrowheads="1"/>
          </p:cNvSpPr>
          <p:nvPr/>
        </p:nvSpPr>
        <p:spPr bwMode="auto">
          <a:xfrm>
            <a:off x="539751" y="250031"/>
            <a:ext cx="540067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zh-CN" altLang="zh-CN" sz="3200">
              <a:solidFill>
                <a:srgbClr val="000000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328873"/>
            <a:ext cx="1440160" cy="29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接连接符 4"/>
          <p:cNvCxnSpPr/>
          <p:nvPr userDrawn="1"/>
        </p:nvCxnSpPr>
        <p:spPr>
          <a:xfrm>
            <a:off x="179512" y="681540"/>
            <a:ext cx="8640960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  <a:sym typeface="Arial Black" panose="020B0A040201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anose="020B0A04020102020204" pitchFamily="34" charset="0"/>
          <a:ea typeface="微软雅黑" panose="020B0503020204020204" pitchFamily="34" charset="-122"/>
          <a:sym typeface="Arial Black" panose="020B0A040201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835696" y="2139702"/>
            <a:ext cx="5739130" cy="1006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609600" indent="-609600">
              <a:lnSpc>
                <a:spcPct val="200000"/>
              </a:lnSpc>
              <a:buFontTx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ACCOS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分单件数录入要求</a:t>
            </a:r>
            <a:endParaRPr 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1"/>
          <p:cNvSpPr txBox="1">
            <a:spLocks noGrp="1" noChangeArrowheads="1"/>
          </p:cNvSpPr>
          <p:nvPr/>
        </p:nvSpPr>
        <p:spPr bwMode="auto">
          <a:xfrm>
            <a:off x="8460432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2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 noChangeArrowheads="1"/>
          </p:cNvSpPr>
          <p:nvPr/>
        </p:nvSpPr>
        <p:spPr bwMode="auto">
          <a:xfrm>
            <a:off x="8460432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2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750" y="987574"/>
            <a:ext cx="804481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ACCOS系统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中，分运单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3种途径获取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50000"/>
              </a:lnSpc>
              <a:buClrTx/>
              <a:buSzTx/>
              <a:buFont typeface="Wingdings" panose="05000000000000000000" charset="0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系统手工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50000"/>
              </a:lnSpc>
              <a:buClrTx/>
              <a:buSzTx/>
              <a:buFont typeface="Wingdings" panose="05000000000000000000" charset="0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代理人录入CCSP系统，上传至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-342900">
              <a:lnSpc>
                <a:spcPct val="150000"/>
              </a:lnSpc>
              <a:buClrTx/>
              <a:buSzTx/>
              <a:buFont typeface="Wingdings" panose="05000000000000000000" charset="0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单报（FHL/XML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ts val="1800"/>
              </a:lnSpc>
              <a:buClrTx/>
              <a:buSzTx/>
              <a:buFont typeface="Wingdings" panose="05000000000000000000" charset="0"/>
              <a:buNone/>
            </a:pPr>
            <a:endParaRPr lang="zh-CN" altLang="en-US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ts val="1800"/>
              </a:lnSpc>
              <a:buClrTx/>
              <a:buSzTx/>
              <a:buFont typeface="Wingdings" panose="05000000000000000000" charset="0"/>
              <a:buNone/>
            </a:pPr>
            <a:endParaRPr lang="zh-CN" altLang="en-US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一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、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分运单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件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数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的数据源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灯片编号占位符 1"/>
          <p:cNvSpPr txBox="1">
            <a:spLocks noGrp="1" noChangeArrowheads="1"/>
          </p:cNvSpPr>
          <p:nvPr/>
        </p:nvSpPr>
        <p:spPr bwMode="auto">
          <a:xfrm>
            <a:off x="8457240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6520" y="881459"/>
            <a:ext cx="3793348" cy="1190009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811478" y="2323311"/>
            <a:ext cx="3383340" cy="550867"/>
            <a:chOff x="9028" y="3458"/>
            <a:chExt cx="8714" cy="114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8" y="3458"/>
              <a:ext cx="8714" cy="1143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9028" y="3739"/>
              <a:ext cx="919" cy="5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38" y="3226980"/>
            <a:ext cx="3673982" cy="1203248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4841049" y="4565291"/>
            <a:ext cx="3559903" cy="417486"/>
            <a:chOff x="9134" y="8504"/>
            <a:chExt cx="8800" cy="1035"/>
          </a:xfrm>
        </p:grpSpPr>
        <p:sp>
          <p:nvSpPr>
            <p:cNvPr id="10" name="矩形 9"/>
            <p:cNvSpPr/>
            <p:nvPr/>
          </p:nvSpPr>
          <p:spPr>
            <a:xfrm>
              <a:off x="9141" y="8792"/>
              <a:ext cx="919" cy="4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34" y="8504"/>
              <a:ext cx="8800" cy="1035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9141" y="8713"/>
              <a:ext cx="919" cy="5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91" y="3146770"/>
            <a:ext cx="3018155" cy="18561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9552" y="2745740"/>
            <a:ext cx="3351530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《各国海关电子申报数据操作细则》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-2.2.1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847" y="819131"/>
            <a:ext cx="2357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（一）ACCOS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系统录入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1662" y="1416015"/>
            <a:ext cx="403479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录入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录入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数，而非“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Pieces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”件数；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审核时，如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发现分运单的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“SLAC”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件数大于其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“Pieces”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，应核实并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修改为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H="1">
            <a:off x="5215648" y="1347614"/>
            <a:ext cx="2236672" cy="11509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27" name="直接箭头连接符 26"/>
          <p:cNvCxnSpPr>
            <a:endCxn id="16" idx="0"/>
          </p:cNvCxnSpPr>
          <p:nvPr/>
        </p:nvCxnSpPr>
        <p:spPr bwMode="auto">
          <a:xfrm>
            <a:off x="5029764" y="3716907"/>
            <a:ext cx="1" cy="9326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1" name="矩形 10"/>
          <p:cNvSpPr/>
          <p:nvPr/>
        </p:nvSpPr>
        <p:spPr bwMode="auto">
          <a:xfrm>
            <a:off x="4716016" y="915566"/>
            <a:ext cx="216024" cy="50405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21352" y="1181751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</a:rPr>
              <a:t>不可录入此件数</a:t>
            </a:r>
            <a:endParaRPr lang="zh-CN" altLang="en-US" sz="900" dirty="0" smtClean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4436452" y="1300599"/>
            <a:ext cx="27956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 noGrp="1" noChangeArrowheads="1"/>
          </p:cNvSpPr>
          <p:nvPr/>
        </p:nvSpPr>
        <p:spPr bwMode="auto">
          <a:xfrm>
            <a:off x="8457240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11259" y="1694190"/>
            <a:ext cx="3391535" cy="2232248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4644008" y="1707525"/>
            <a:ext cx="3732530" cy="235585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23528" y="875378"/>
            <a:ext cx="23577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（二）</a:t>
            </a:r>
            <a:r>
              <a:rPr lang="en-US" altLang="zh-CN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CCSP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录入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3014" y="3981549"/>
            <a:ext cx="358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66700">
              <a:buClrTx/>
              <a:buSzTx/>
              <a:buFontTx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CCSP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系统中分单件数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SLAC件数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均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为必输项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91933" y="125370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CCSP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084003" y="125360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ACCOS</a:t>
            </a:r>
            <a:endParaRPr lang="zh-CN" altLang="en-US" dirty="0"/>
          </a:p>
        </p:txBody>
      </p:sp>
      <p:cxnSp>
        <p:nvCxnSpPr>
          <p:cNvPr id="6" name="直接箭头连接符 5"/>
          <p:cNvCxnSpPr/>
          <p:nvPr/>
        </p:nvCxnSpPr>
        <p:spPr bwMode="auto">
          <a:xfrm>
            <a:off x="3635896" y="2355726"/>
            <a:ext cx="1008112" cy="1224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2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88024" y="3926304"/>
            <a:ext cx="3588514" cy="88709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2.CCSP</a:t>
            </a:r>
            <a:r>
              <a:rPr lang="zh-CN" altLang="en-US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系统中录入的</a:t>
            </a:r>
            <a:r>
              <a:rPr lang="en-US" altLang="zh-CN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SLAC</a:t>
            </a:r>
            <a:r>
              <a:rPr lang="zh-CN" altLang="en-US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件数将自动抓取至</a:t>
            </a:r>
            <a:r>
              <a:rPr lang="en-US" altLang="zh-CN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ACCOS</a:t>
            </a:r>
            <a:r>
              <a:rPr lang="zh-CN" altLang="en-US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系统中</a:t>
            </a:r>
            <a:r>
              <a:rPr lang="en-US" altLang="zh-CN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House AWB Information</a:t>
            </a:r>
            <a:r>
              <a:rPr lang="zh-CN" altLang="en-US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页面的分单件数</a:t>
            </a:r>
            <a:r>
              <a:rPr lang="en-US" altLang="zh-CN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Pieces</a:t>
            </a:r>
            <a:r>
              <a:rPr lang="zh-CN" altLang="en-US" sz="12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栏内。</a:t>
            </a:r>
            <a:endParaRPr lang="zh-CN" altLang="en-US" sz="120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11430" y="726275"/>
            <a:ext cx="2721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（三）代理人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分单报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7345" y="1457960"/>
            <a:ext cx="38811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zh-CN" altLang="en-US" sz="1000" b="0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000" b="0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b="0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000" b="0" i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FHL/4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/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MBI/999-20260109XPEKJFK/T10K100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/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HBS/HWBTEST123/PEKJFK/</a:t>
            </a:r>
            <a:r>
              <a:rPr lang="en-US" altLang="zh-CN" sz="1000" b="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/K1000/</a:t>
            </a:r>
            <a:r>
              <a:rPr lang="en-US" altLang="zh-CN" sz="1000" b="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370</a:t>
            </a:r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/SHOES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5386" y="2066864"/>
            <a:ext cx="3795217" cy="2407017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735820" y="4369435"/>
            <a:ext cx="523875" cy="224155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23528" y="1049949"/>
            <a:ext cx="364825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FHL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标准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格式为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HBS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分单号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始发站目的站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重量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SLAC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品名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14"/>
          <p:cNvPicPr/>
          <p:nvPr>
            <p:custDataLst>
              <p:tags r:id="rId5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86171" y="2100060"/>
            <a:ext cx="3795217" cy="2340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19725" y="967963"/>
            <a:ext cx="39281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如果</a:t>
            </a:r>
            <a:r>
              <a:rPr lang="zh-CN" altLang="en-US" dirty="0" smtClean="0">
                <a:solidFill>
                  <a:srgbClr val="FF0000"/>
                </a:solidFill>
              </a:rPr>
              <a:t>出现</a:t>
            </a:r>
            <a:r>
              <a:rPr lang="en-US" altLang="zh-CN" dirty="0" smtClean="0">
                <a:solidFill>
                  <a:srgbClr val="FF0000"/>
                </a:solidFill>
              </a:rPr>
              <a:t>SLAC</a:t>
            </a:r>
            <a:r>
              <a:rPr lang="zh-CN" altLang="en-US" dirty="0" smtClean="0">
                <a:solidFill>
                  <a:srgbClr val="FF0000"/>
                </a:solidFill>
              </a:rPr>
              <a:t>显示的件数大于</a:t>
            </a:r>
            <a:r>
              <a:rPr lang="en-US" altLang="zh-CN" dirty="0" err="1" smtClean="0">
                <a:solidFill>
                  <a:srgbClr val="FF0000"/>
                </a:solidFill>
              </a:rPr>
              <a:t>Picecs</a:t>
            </a:r>
            <a:r>
              <a:rPr lang="zh-CN" altLang="en-US" dirty="0" smtClean="0">
                <a:solidFill>
                  <a:srgbClr val="FF0000"/>
                </a:solidFill>
              </a:rPr>
              <a:t>件数，必须将</a:t>
            </a:r>
            <a:r>
              <a:rPr lang="en-US" altLang="zh-CN" dirty="0" smtClean="0">
                <a:solidFill>
                  <a:srgbClr val="FF0000"/>
                </a:solidFill>
              </a:rPr>
              <a:t>SLAC</a:t>
            </a:r>
            <a:r>
              <a:rPr lang="zh-CN" altLang="en-US" dirty="0" smtClean="0">
                <a:solidFill>
                  <a:srgbClr val="FF0000"/>
                </a:solidFill>
              </a:rPr>
              <a:t>栏中显示的件数填入</a:t>
            </a:r>
            <a:r>
              <a:rPr lang="en-US" altLang="zh-CN" dirty="0" smtClean="0">
                <a:solidFill>
                  <a:srgbClr val="FF0000"/>
                </a:solidFill>
              </a:rPr>
              <a:t>Piece</a:t>
            </a:r>
            <a:r>
              <a:rPr lang="zh-CN" altLang="en-US" dirty="0" smtClean="0">
                <a:solidFill>
                  <a:srgbClr val="FF0000"/>
                </a:solidFill>
              </a:rPr>
              <a:t>栏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69693" y="4070313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00" dirty="0" smtClean="0">
                <a:solidFill>
                  <a:srgbClr val="FF0000"/>
                </a:solidFill>
              </a:rPr>
              <a:t>370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>
            <a:endCxn id="12" idx="3"/>
          </p:cNvCxnSpPr>
          <p:nvPr/>
        </p:nvCxnSpPr>
        <p:spPr bwMode="auto">
          <a:xfrm flipH="1">
            <a:off x="5046719" y="4155926"/>
            <a:ext cx="2765641" cy="29803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6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39032" y="3341057"/>
            <a:ext cx="22685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</a:rPr>
              <a:t>分别传输至</a:t>
            </a:r>
            <a:r>
              <a:rPr lang="en-US" altLang="zh-CN" sz="900" dirty="0" smtClean="0">
                <a:solidFill>
                  <a:srgbClr val="FF0000"/>
                </a:solidFill>
              </a:rPr>
              <a:t>ACCOS Pieces</a:t>
            </a:r>
            <a:r>
              <a:rPr lang="zh-CN" altLang="en-US" sz="900" dirty="0" smtClean="0">
                <a:solidFill>
                  <a:srgbClr val="FF0000"/>
                </a:solidFill>
              </a:rPr>
              <a:t>栏、</a:t>
            </a:r>
            <a:r>
              <a:rPr lang="en-US" altLang="zh-CN" sz="900" dirty="0" smtClean="0">
                <a:solidFill>
                  <a:srgbClr val="FF0000"/>
                </a:solidFill>
              </a:rPr>
              <a:t>SLAC</a:t>
            </a:r>
            <a:r>
              <a:rPr lang="zh-CN" altLang="en-US" sz="900" dirty="0" smtClean="0">
                <a:solidFill>
                  <a:srgbClr val="FF0000"/>
                </a:solidFill>
              </a:rPr>
              <a:t>栏</a:t>
            </a:r>
            <a:r>
              <a:rPr lang="en-US" altLang="zh-CN" sz="900" dirty="0" smtClean="0">
                <a:solidFill>
                  <a:srgbClr val="FF0000"/>
                </a:solidFill>
              </a:rPr>
              <a:t> </a:t>
            </a:r>
            <a:endParaRPr lang="zh-CN" altLang="en-US" sz="900" dirty="0" smtClean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9930" y="4435475"/>
            <a:ext cx="536390" cy="550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835" y="4406900"/>
            <a:ext cx="563684" cy="55080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207385" y="1964055"/>
            <a:ext cx="428625" cy="20478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>
            <a:off x="827405" y="1978660"/>
            <a:ext cx="1674495" cy="21050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 noChangeArrowheads="1"/>
          </p:cNvSpPr>
          <p:nvPr/>
        </p:nvSpPr>
        <p:spPr bwMode="auto">
          <a:xfrm>
            <a:off x="8457240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27584" y="1563638"/>
            <a:ext cx="311467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FHL/4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/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MBI/999-20260109XPEKJFK/T10K100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/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HBS/HWBTEST123/PEKJFK/</a:t>
            </a:r>
            <a:r>
              <a:rPr lang="en-US" altLang="zh-CN" sz="1000" b="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370</a:t>
            </a:r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/K1000</a:t>
            </a:r>
            <a:r>
              <a:rPr lang="en-US" altLang="zh-CN" sz="1000" b="0" i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/</a:t>
            </a:r>
            <a:r>
              <a:rPr lang="en-US" altLang="zh-CN" sz="1000" b="0" i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SHOES</a:t>
            </a:r>
            <a:endParaRPr lang="en-US" altLang="zh-CN" sz="1000" b="0" i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7584" y="2499742"/>
            <a:ext cx="4139358" cy="22749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55576" y="1013830"/>
            <a:ext cx="411754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：如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FHL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格式为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HBS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分单号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始发站目的站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重量</a:t>
            </a:r>
            <a:r>
              <a:rPr lang="en-US" altLang="zh-CN" sz="1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 /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品名</a:t>
            </a:r>
            <a:endParaRPr lang="zh-CN" altLang="en-US" sz="1100" dirty="0"/>
          </a:p>
        </p:txBody>
      </p:sp>
      <p:cxnSp>
        <p:nvCxnSpPr>
          <p:cNvPr id="10" name="直接箭头连接符 9"/>
          <p:cNvCxnSpPr/>
          <p:nvPr/>
        </p:nvCxnSpPr>
        <p:spPr bwMode="auto">
          <a:xfrm flipH="1">
            <a:off x="1115616" y="2113279"/>
            <a:ext cx="1512168" cy="23306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2" name="椭圆 11"/>
          <p:cNvSpPr/>
          <p:nvPr/>
        </p:nvSpPr>
        <p:spPr bwMode="auto">
          <a:xfrm>
            <a:off x="4211960" y="4371950"/>
            <a:ext cx="432048" cy="40273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>
            <a:endCxn id="12" idx="0"/>
          </p:cNvCxnSpPr>
          <p:nvPr/>
        </p:nvCxnSpPr>
        <p:spPr bwMode="auto">
          <a:xfrm>
            <a:off x="3275856" y="2113279"/>
            <a:ext cx="1152128" cy="22586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5" name="文本框 14"/>
          <p:cNvSpPr txBox="1"/>
          <p:nvPr/>
        </p:nvSpPr>
        <p:spPr>
          <a:xfrm>
            <a:off x="5304623" y="434628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无需更改处理。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3779912" y="1576548"/>
            <a:ext cx="137890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（注：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SLAC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为空）</a:t>
            </a:r>
            <a:endParaRPr lang="zh-CN" altLang="en-US" sz="1100" dirty="0"/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3275856" y="1390757"/>
            <a:ext cx="677927" cy="2460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4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1430" y="726275"/>
            <a:ext cx="2721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（三）代理人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分单报</a:t>
            </a:r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传输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61325" y="3406380"/>
            <a:ext cx="22685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>
                <a:solidFill>
                  <a:srgbClr val="FF0000"/>
                </a:solidFill>
              </a:rPr>
              <a:t>分别传输至</a:t>
            </a:r>
            <a:r>
              <a:rPr lang="en-US" altLang="zh-CN" sz="900" dirty="0" smtClean="0">
                <a:solidFill>
                  <a:srgbClr val="FF0000"/>
                </a:solidFill>
              </a:rPr>
              <a:t>ACCOS Pieces</a:t>
            </a:r>
            <a:r>
              <a:rPr lang="zh-CN" altLang="en-US" sz="900" dirty="0" smtClean="0">
                <a:solidFill>
                  <a:srgbClr val="FF0000"/>
                </a:solidFill>
              </a:rPr>
              <a:t>栏、</a:t>
            </a:r>
            <a:r>
              <a:rPr lang="en-US" altLang="zh-CN" sz="900" dirty="0" smtClean="0">
                <a:solidFill>
                  <a:srgbClr val="FF0000"/>
                </a:solidFill>
              </a:rPr>
              <a:t>SLAC</a:t>
            </a:r>
            <a:r>
              <a:rPr lang="zh-CN" altLang="en-US" sz="900" dirty="0" smtClean="0">
                <a:solidFill>
                  <a:srgbClr val="FF0000"/>
                </a:solidFill>
              </a:rPr>
              <a:t>栏</a:t>
            </a:r>
            <a:r>
              <a:rPr lang="en-US" altLang="zh-CN" sz="900" dirty="0" smtClean="0">
                <a:solidFill>
                  <a:srgbClr val="FF0000"/>
                </a:solidFill>
              </a:rPr>
              <a:t> </a:t>
            </a:r>
            <a:endParaRPr lang="zh-CN" altLang="en-US" sz="9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 noChangeArrowheads="1"/>
          </p:cNvSpPr>
          <p:nvPr/>
        </p:nvSpPr>
        <p:spPr bwMode="auto">
          <a:xfrm>
            <a:off x="8457240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1430" y="726275"/>
            <a:ext cx="2721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（四）审核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39552" y="1099929"/>
            <a:ext cx="49123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分单数据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审核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发现以下情况应及时核实、修改。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450" y="1419334"/>
            <a:ext cx="6029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场景1：House AWB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Information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页面中，发现分单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“SLAC”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件数不等于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“Pieces”,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应在核实后删除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“SLAC”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，并填入正确的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Pieces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99795" y="2644775"/>
            <a:ext cx="76212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：House AWB List 页面，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“House Air Waybill Totals”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“SLAC”</a:t>
            </a:r>
            <a:r>
              <a:rPr 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或单票分单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“House SLAC”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的件数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不等于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“Pieces”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应在核实后，在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House AWB Information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页面中修改（参考场景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1861929"/>
            <a:ext cx="5482590" cy="479425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1404030" y="1923524"/>
            <a:ext cx="501650" cy="3441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6152515" y="1927225"/>
            <a:ext cx="650240" cy="28130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445250" y="1927225"/>
            <a:ext cx="411480" cy="2298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900" dirty="0" smtClean="0">
                <a:solidFill>
                  <a:srgbClr val="FF0000"/>
                </a:solidFill>
              </a:rPr>
              <a:t>删除</a:t>
            </a:r>
            <a:endParaRPr lang="zh-CN" altLang="en-US" sz="900" dirty="0" smtClean="0">
              <a:solidFill>
                <a:srgbClr val="FF0000"/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907540" y="1923415"/>
            <a:ext cx="417639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" name="文本框 4"/>
          <p:cNvSpPr txBox="1"/>
          <p:nvPr/>
        </p:nvSpPr>
        <p:spPr>
          <a:xfrm>
            <a:off x="1595755" y="1923415"/>
            <a:ext cx="309880" cy="2298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900" dirty="0" smtClean="0">
                <a:solidFill>
                  <a:srgbClr val="FF0000"/>
                </a:solidFill>
              </a:rPr>
              <a:t>88</a:t>
            </a:r>
            <a:endParaRPr lang="en-US" altLang="zh-CN" sz="900" dirty="0" smtClean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595" y="3147695"/>
            <a:ext cx="5974080" cy="1064260"/>
            <a:chOff x="2097" y="5184"/>
            <a:chExt cx="9408" cy="1676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7" y="5184"/>
              <a:ext cx="9408" cy="1677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3980" y="5332"/>
              <a:ext cx="2371" cy="1379"/>
              <a:chOff x="4025" y="4992"/>
              <a:chExt cx="2371" cy="1379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4025" y="4992"/>
                <a:ext cx="871" cy="44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998" y="5411"/>
                <a:ext cx="398" cy="961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 txBox="1">
            <a:spLocks noGrp="1" noChangeArrowheads="1"/>
          </p:cNvSpPr>
          <p:nvPr/>
        </p:nvSpPr>
        <p:spPr bwMode="auto">
          <a:xfrm>
            <a:off x="8457240" y="4895719"/>
            <a:ext cx="651264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3163" tIns="51581" rIns="103163" bIns="51581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909B2CCA-7325-4C82-9015-F5C56C454259}" type="slidenum">
              <a:rPr lang="zh-CN" altLang="en-US" sz="1400">
                <a:solidFill>
                  <a:srgbClr val="000000"/>
                </a:solidFill>
                <a:latin typeface="+mj-ea"/>
                <a:ea typeface="+mj-ea"/>
              </a:rPr>
            </a:fld>
            <a:endParaRPr lang="zh-CN" altLang="en-US" sz="14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251520" y="248953"/>
            <a:ext cx="8229600" cy="543707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  <a:sym typeface="Arial Black" panose="020B0A040201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Black" panose="020B0A04020102020204" pitchFamily="34" charset="0"/>
                <a:ea typeface="微软雅黑" panose="020B0503020204020204" pitchFamily="34" charset="-122"/>
                <a:sym typeface="Arial Black" panose="020B0A04020102020204" pitchFamily="34" charset="0"/>
              </a:defRPr>
            </a:lvl9pPr>
          </a:lstStyle>
          <a:p>
            <a:pPr algn="l"/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</a:rPr>
              <a:t>二、操作提示</a:t>
            </a:r>
            <a:endParaRPr lang="zh-CN" sz="20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1430" y="726275"/>
            <a:ext cx="2721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（四）审核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3305" y="1240264"/>
            <a:ext cx="690753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House goods information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页面，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“House Goods”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区域中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“SLAC”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存在件数信息不等于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“Pieces”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应在核实后，在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House AWB Information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页面中修改（参考场景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793240"/>
            <a:ext cx="6524625" cy="11944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076190" y="1995805"/>
            <a:ext cx="650240" cy="28130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123440" y="2000250"/>
            <a:ext cx="650240" cy="28130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2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3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4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5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6.xml><?xml version="1.0" encoding="utf-8"?>
<p:tagLst xmlns:p="http://schemas.openxmlformats.org/presentationml/2006/main">
  <p:tag name="KSO_WM_DIAGRAM_VIRTUALLY_FRAME" val="{&quot;height&quot;:542.55,&quot;left&quot;:28.75,&quot;top&quot;:-1.3,&quot;width&quot;:883.65}"/>
</p:tagLst>
</file>

<file path=ppt/tags/tag7.xml><?xml version="1.0" encoding="utf-8"?>
<p:tagLst xmlns:p="http://schemas.openxmlformats.org/presentationml/2006/main">
  <p:tag name="COMMONDATA" val="eyJoZGlkIjoiZTI2ZGE0OTZiMzU0ODA3ZGMyMTBmNTU1NGRkOGMzYTUifQ=="/>
  <p:tag name="KSO_WPP_MARK_KEY" val="dceb5b92-17b8-4535-9601-3a74fffa67f0"/>
</p:tagLst>
</file>

<file path=ppt/theme/theme1.xml><?xml version="1.0" encoding="utf-8"?>
<a:theme xmlns:a="http://schemas.openxmlformats.org/drawingml/2006/main" name="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900" dirty="0" smtClean="0">
            <a:solidFill>
              <a:srgbClr val="FF0000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13年6月安全生产形势分析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013年6月安全生产形势分析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9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1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2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公司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E5E5E5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A5A5A5"/>
      </a:hlink>
      <a:folHlink>
        <a:srgbClr val="99CC00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  <a:txDef>
      <a:spPr/>
      <a:bodyPr wrap="square" rtlCol="0" anchor="t">
        <a:normAutofit/>
      </a:bodyPr>
      <a:lstStyle>
        <a:defPPr fontAlgn="auto">
          <a:spcAft>
            <a:spcPts val="0"/>
          </a:spcAft>
          <a:defRPr sz="3600" b="1" dirty="0" smtClean="0"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货运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3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0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4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公司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E5E5E5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A5A5A5"/>
      </a:hlink>
      <a:folHlink>
        <a:srgbClr val="99CC00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  <a:txDef>
      <a:spPr/>
      <a:bodyPr wrap="square" rtlCol="0" anchor="t">
        <a:normAutofit/>
      </a:bodyPr>
      <a:lstStyle>
        <a:defPPr fontAlgn="auto">
          <a:spcAft>
            <a:spcPts val="0"/>
          </a:spcAft>
          <a:defRPr sz="3600" b="1" dirty="0" smtClean="0"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货运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5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6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7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8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9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0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1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2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3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4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5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26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27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28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2_公司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E5E5E5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A5A5A5"/>
      </a:hlink>
      <a:folHlink>
        <a:srgbClr val="99CC00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3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微软雅黑" panose="020B0503020204020204" pitchFamily="34" charset="-122"/>
          </a:defRPr>
        </a:defPPr>
      </a:lstStyle>
    </a:lnDef>
    <a:txDef>
      <a:spPr/>
      <a:bodyPr wrap="square" rtlCol="0" anchor="t">
        <a:normAutofit/>
      </a:bodyPr>
      <a:lstStyle>
        <a:defPPr fontAlgn="auto">
          <a:spcAft>
            <a:spcPts val="0"/>
          </a:spcAft>
          <a:defRPr sz="3600" b="1" dirty="0" smtClean="0">
            <a:latin typeface="+mj-lt"/>
            <a:ea typeface="+mj-ea"/>
            <a:cs typeface="+mj-cs"/>
          </a:defRPr>
        </a:defPPr>
      </a:lstStyle>
    </a:txDef>
  </a:objectDefaults>
  <a:extraClrSchemeLst>
    <a:extraClrScheme>
      <a:clrScheme name="货运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货运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货运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29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0_自定义设计方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 Black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 Black" panose="020B0A040201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WPS 演示</Application>
  <PresentationFormat>全屏显示(16:9)</PresentationFormat>
  <Paragraphs>109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35</vt:i4>
      </vt:variant>
      <vt:variant>
        <vt:lpstr>幻灯片标题</vt:lpstr>
      </vt:variant>
      <vt:variant>
        <vt:i4>8</vt:i4>
      </vt:variant>
    </vt:vector>
  </HeadingPairs>
  <TitlesOfParts>
    <vt:vector size="53" baseType="lpstr">
      <vt:lpstr>Arial</vt:lpstr>
      <vt:lpstr>宋体</vt:lpstr>
      <vt:lpstr>Wingdings</vt:lpstr>
      <vt:lpstr>Arial Black</vt:lpstr>
      <vt:lpstr>微软雅黑</vt:lpstr>
      <vt:lpstr>黑体</vt:lpstr>
      <vt:lpstr>Wingdings</vt:lpstr>
      <vt:lpstr>华文仿宋</vt:lpstr>
      <vt:lpstr>Arial Unicode MS</vt:lpstr>
      <vt:lpstr>Calibri</vt:lpstr>
      <vt:lpstr>自定义设计方案</vt:lpstr>
      <vt:lpstr>2013年6月安全生产形势分析</vt:lpstr>
      <vt:lpstr>9_自定义设计方案</vt:lpstr>
      <vt:lpstr>11_自定义设计方案</vt:lpstr>
      <vt:lpstr>12_自定义设计方案</vt:lpstr>
      <vt:lpstr>1_自定义设计方案</vt:lpstr>
      <vt:lpstr>公司</vt:lpstr>
      <vt:lpstr>2_自定义设计方案</vt:lpstr>
      <vt:lpstr>13_自定义设计方案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10_自定义设计方案</vt:lpstr>
      <vt:lpstr>14_自定义设计方案</vt:lpstr>
      <vt:lpstr>1_公司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26_自定义设计方案</vt:lpstr>
      <vt:lpstr>27_自定义设计方案</vt:lpstr>
      <vt:lpstr>28_自定义设计方案</vt:lpstr>
      <vt:lpstr>2_公司</vt:lpstr>
      <vt:lpstr>29_自定义设计方案</vt:lpstr>
      <vt:lpstr>30_自定义设计方案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xuyao</dc:creator>
  <cp:lastModifiedBy>Jacob</cp:lastModifiedBy>
  <cp:revision>5266</cp:revision>
  <cp:lastPrinted>2024-11-25T07:44:00Z</cp:lastPrinted>
  <dcterms:created xsi:type="dcterms:W3CDTF">2019-12-12T02:39:00Z</dcterms:created>
  <dcterms:modified xsi:type="dcterms:W3CDTF">2026-01-15T03:22:49Z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29D0DA1ECC5B48B69C85CBA8B3B2C56C_13</vt:lpwstr>
  </property>
</Properties>
</file>